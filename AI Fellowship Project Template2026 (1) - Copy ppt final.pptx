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</p:sldIdLst>
  <p:sldSz cx="9144000" cy="5143500" type="screen16x9"/>
  <p:notesSz cx="5143500" cy="9144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3EB46-3122-4BB4-BA1F-7B2A5842A0E6}" v="37" dt="2026-04-12T16:08:13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2" y="55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aj Singh Khakh" userId="aa9e3a0897e88386" providerId="LiveId" clId="{29487A8A-8DD2-4BC8-8367-FFE1DAD23542}"/>
    <pc:docChg chg="undo custSel delSld modSld">
      <pc:chgData name="Sartaj Singh Khakh" userId="aa9e3a0897e88386" providerId="LiveId" clId="{29487A8A-8DD2-4BC8-8367-FFE1DAD23542}" dt="2026-04-12T16:14:40.270" v="498" actId="2696"/>
      <pc:docMkLst>
        <pc:docMk/>
      </pc:docMkLst>
      <pc:sldChg chg="modSp mod">
        <pc:chgData name="Sartaj Singh Khakh" userId="aa9e3a0897e88386" providerId="LiveId" clId="{29487A8A-8DD2-4BC8-8367-FFE1DAD23542}" dt="2026-04-12T15:38:32.945" v="67" actId="20577"/>
        <pc:sldMkLst>
          <pc:docMk/>
          <pc:sldMk cId="0" sldId="258"/>
        </pc:sldMkLst>
        <pc:spChg chg="mod">
          <ac:chgData name="Sartaj Singh Khakh" userId="aa9e3a0897e88386" providerId="LiveId" clId="{29487A8A-8DD2-4BC8-8367-FFE1DAD23542}" dt="2026-04-12T15:38:32.945" v="67" actId="20577"/>
          <ac:spMkLst>
            <pc:docMk/>
            <pc:sldMk cId="0" sldId="258"/>
            <ac:spMk id="7" creationId="{38849028-F25C-7DA0-DE56-0DC142EECABD}"/>
          </ac:spMkLst>
        </pc:spChg>
      </pc:sldChg>
      <pc:sldChg chg="modSp mod">
        <pc:chgData name="Sartaj Singh Khakh" userId="aa9e3a0897e88386" providerId="LiveId" clId="{29487A8A-8DD2-4BC8-8367-FFE1DAD23542}" dt="2026-04-12T16:04:06.556" v="252" actId="113"/>
        <pc:sldMkLst>
          <pc:docMk/>
          <pc:sldMk cId="0" sldId="259"/>
        </pc:sldMkLst>
        <pc:spChg chg="mod">
          <ac:chgData name="Sartaj Singh Khakh" userId="aa9e3a0897e88386" providerId="LiveId" clId="{29487A8A-8DD2-4BC8-8367-FFE1DAD23542}" dt="2026-04-12T16:04:06.556" v="252" actId="113"/>
          <ac:spMkLst>
            <pc:docMk/>
            <pc:sldMk cId="0" sldId="259"/>
            <ac:spMk id="6" creationId="{EE76AC24-5CB7-D860-6A01-E6D8ABD38610}"/>
          </ac:spMkLst>
        </pc:spChg>
      </pc:sldChg>
      <pc:sldChg chg="modSp mod">
        <pc:chgData name="Sartaj Singh Khakh" userId="aa9e3a0897e88386" providerId="LiveId" clId="{29487A8A-8DD2-4BC8-8367-FFE1DAD23542}" dt="2026-04-12T16:04:16.462" v="253" actId="113"/>
        <pc:sldMkLst>
          <pc:docMk/>
          <pc:sldMk cId="0" sldId="260"/>
        </pc:sldMkLst>
        <pc:spChg chg="mod">
          <ac:chgData name="Sartaj Singh Khakh" userId="aa9e3a0897e88386" providerId="LiveId" clId="{29487A8A-8DD2-4BC8-8367-FFE1DAD23542}" dt="2026-04-12T16:04:16.462" v="253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modSp mod">
        <pc:chgData name="Sartaj Singh Khakh" userId="aa9e3a0897e88386" providerId="LiveId" clId="{29487A8A-8DD2-4BC8-8367-FFE1DAD23542}" dt="2026-04-12T15:59:27.039" v="242" actId="12"/>
        <pc:sldMkLst>
          <pc:docMk/>
          <pc:sldMk cId="0" sldId="261"/>
        </pc:sldMkLst>
        <pc:spChg chg="add">
          <ac:chgData name="Sartaj Singh Khakh" userId="aa9e3a0897e88386" providerId="LiveId" clId="{29487A8A-8DD2-4BC8-8367-FFE1DAD23542}" dt="2026-04-12T15:49:30.587" v="85"/>
          <ac:spMkLst>
            <pc:docMk/>
            <pc:sldMk cId="0" sldId="261"/>
            <ac:spMk id="2" creationId="{CA136A46-1CAA-196B-DB74-85D935498027}"/>
          </ac:spMkLst>
        </pc:spChg>
        <pc:spChg chg="add">
          <ac:chgData name="Sartaj Singh Khakh" userId="aa9e3a0897e88386" providerId="LiveId" clId="{29487A8A-8DD2-4BC8-8367-FFE1DAD23542}" dt="2026-04-12T15:50:03.154" v="88"/>
          <ac:spMkLst>
            <pc:docMk/>
            <pc:sldMk cId="0" sldId="261"/>
            <ac:spMk id="3" creationId="{0E1DBCD9-5B15-B995-3F6A-5971C3BB76F3}"/>
          </ac:spMkLst>
        </pc:spChg>
        <pc:spChg chg="add">
          <ac:chgData name="Sartaj Singh Khakh" userId="aa9e3a0897e88386" providerId="LiveId" clId="{29487A8A-8DD2-4BC8-8367-FFE1DAD23542}" dt="2026-04-12T15:50:17.714" v="89"/>
          <ac:spMkLst>
            <pc:docMk/>
            <pc:sldMk cId="0" sldId="261"/>
            <ac:spMk id="5" creationId="{202BF8CC-3DE1-C770-CAFA-A503C7A61A4B}"/>
          </ac:spMkLst>
        </pc:spChg>
        <pc:spChg chg="mod">
          <ac:chgData name="Sartaj Singh Khakh" userId="aa9e3a0897e88386" providerId="LiveId" clId="{29487A8A-8DD2-4BC8-8367-FFE1DAD23542}" dt="2026-04-12T15:55:26.466" v="194" actId="12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rtaj Singh Khakh" userId="aa9e3a0897e88386" providerId="LiveId" clId="{29487A8A-8DD2-4BC8-8367-FFE1DAD23542}" dt="2026-04-12T15:55:40.416" v="196" actId="1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rtaj Singh Khakh" userId="aa9e3a0897e88386" providerId="LiveId" clId="{29487A8A-8DD2-4BC8-8367-FFE1DAD23542}" dt="2026-04-12T15:58:47.173" v="240" actId="12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artaj Singh Khakh" userId="aa9e3a0897e88386" providerId="LiveId" clId="{29487A8A-8DD2-4BC8-8367-FFE1DAD23542}" dt="2026-04-12T15:59:27.039" v="242" actId="12"/>
          <ac:spMkLst>
            <pc:docMk/>
            <pc:sldMk cId="0" sldId="261"/>
            <ac:spMk id="21" creationId="{00000000-0000-0000-0000-000000000000}"/>
          </ac:spMkLst>
        </pc:spChg>
        <pc:spChg chg="add">
          <ac:chgData name="Sartaj Singh Khakh" userId="aa9e3a0897e88386" providerId="LiveId" clId="{29487A8A-8DD2-4BC8-8367-FFE1DAD23542}" dt="2026-04-12T15:51:01.306" v="90"/>
          <ac:spMkLst>
            <pc:docMk/>
            <pc:sldMk cId="0" sldId="261"/>
            <ac:spMk id="22" creationId="{63B1D04B-145D-B60F-C374-9E4399FFB662}"/>
          </ac:spMkLst>
        </pc:spChg>
        <pc:spChg chg="add">
          <ac:chgData name="Sartaj Singh Khakh" userId="aa9e3a0897e88386" providerId="LiveId" clId="{29487A8A-8DD2-4BC8-8367-FFE1DAD23542}" dt="2026-04-12T15:51:15.343" v="157"/>
          <ac:spMkLst>
            <pc:docMk/>
            <pc:sldMk cId="0" sldId="261"/>
            <ac:spMk id="23" creationId="{5C408E11-CBE7-EAEE-9C9D-6933B5C28358}"/>
          </ac:spMkLst>
        </pc:spChg>
        <pc:spChg chg="add">
          <ac:chgData name="Sartaj Singh Khakh" userId="aa9e3a0897e88386" providerId="LiveId" clId="{29487A8A-8DD2-4BC8-8367-FFE1DAD23542}" dt="2026-04-12T15:56:32.023" v="197"/>
          <ac:spMkLst>
            <pc:docMk/>
            <pc:sldMk cId="0" sldId="261"/>
            <ac:spMk id="24" creationId="{38C84EF5-DED1-C059-5F93-8016E2A3E57D}"/>
          </ac:spMkLst>
        </pc:spChg>
        <pc:spChg chg="add">
          <ac:chgData name="Sartaj Singh Khakh" userId="aa9e3a0897e88386" providerId="LiveId" clId="{29487A8A-8DD2-4BC8-8367-FFE1DAD23542}" dt="2026-04-12T15:56:41.157" v="199"/>
          <ac:spMkLst>
            <pc:docMk/>
            <pc:sldMk cId="0" sldId="261"/>
            <ac:spMk id="25" creationId="{15C6149C-D6A1-6D27-6FDF-4154DDEB7D46}"/>
          </ac:spMkLst>
        </pc:spChg>
        <pc:spChg chg="add">
          <ac:chgData name="Sartaj Singh Khakh" userId="aa9e3a0897e88386" providerId="LiveId" clId="{29487A8A-8DD2-4BC8-8367-FFE1DAD23542}" dt="2026-04-12T15:56:49.119" v="201"/>
          <ac:spMkLst>
            <pc:docMk/>
            <pc:sldMk cId="0" sldId="261"/>
            <ac:spMk id="26" creationId="{82246D84-1198-D07C-9453-3A6CE40BCDD7}"/>
          </ac:spMkLst>
        </pc:spChg>
      </pc:sldChg>
      <pc:sldChg chg="del">
        <pc:chgData name="Sartaj Singh Khakh" userId="aa9e3a0897e88386" providerId="LiveId" clId="{29487A8A-8DD2-4BC8-8367-FFE1DAD23542}" dt="2026-04-12T16:14:40.270" v="498" actId="2696"/>
        <pc:sldMkLst>
          <pc:docMk/>
          <pc:sldMk cId="0" sldId="262"/>
        </pc:sldMkLst>
      </pc:sldChg>
      <pc:sldChg chg="del">
        <pc:chgData name="Sartaj Singh Khakh" userId="aa9e3a0897e88386" providerId="LiveId" clId="{29487A8A-8DD2-4BC8-8367-FFE1DAD23542}" dt="2026-04-12T16:12:07.639" v="497" actId="2696"/>
        <pc:sldMkLst>
          <pc:docMk/>
          <pc:sldMk cId="0" sldId="263"/>
        </pc:sldMkLst>
      </pc:sldChg>
      <pc:sldChg chg="modSp mod">
        <pc:chgData name="Sartaj Singh Khakh" userId="aa9e3a0897e88386" providerId="LiveId" clId="{29487A8A-8DD2-4BC8-8367-FFE1DAD23542}" dt="2026-04-12T16:03:28.859" v="248" actId="113"/>
        <pc:sldMkLst>
          <pc:docMk/>
          <pc:sldMk cId="0" sldId="264"/>
        </pc:sldMkLst>
        <pc:spChg chg="mod">
          <ac:chgData name="Sartaj Singh Khakh" userId="aa9e3a0897e88386" providerId="LiveId" clId="{29487A8A-8DD2-4BC8-8367-FFE1DAD23542}" dt="2026-04-12T16:03:28.859" v="248" actId="113"/>
          <ac:spMkLst>
            <pc:docMk/>
            <pc:sldMk cId="0" sldId="264"/>
            <ac:spMk id="14" creationId="{00000000-0000-0000-0000-000000000000}"/>
          </ac:spMkLst>
        </pc:spChg>
      </pc:sldChg>
      <pc:sldChg chg="addSp modSp mod">
        <pc:chgData name="Sartaj Singh Khakh" userId="aa9e3a0897e88386" providerId="LiveId" clId="{29487A8A-8DD2-4BC8-8367-FFE1DAD23542}" dt="2026-04-12T16:11:18.325" v="496" actId="255"/>
        <pc:sldMkLst>
          <pc:docMk/>
          <pc:sldMk cId="0" sldId="265"/>
        </pc:sldMkLst>
        <pc:spChg chg="add">
          <ac:chgData name="Sartaj Singh Khakh" userId="aa9e3a0897e88386" providerId="LiveId" clId="{29487A8A-8DD2-4BC8-8367-FFE1DAD23542}" dt="2026-04-12T16:06:02.191" v="254"/>
          <ac:spMkLst>
            <pc:docMk/>
            <pc:sldMk cId="0" sldId="265"/>
            <ac:spMk id="3" creationId="{39D851AB-B96B-2214-6DEC-A3B37166EEB4}"/>
          </ac:spMkLst>
        </pc:spChg>
        <pc:spChg chg="add">
          <ac:chgData name="Sartaj Singh Khakh" userId="aa9e3a0897e88386" providerId="LiveId" clId="{29487A8A-8DD2-4BC8-8367-FFE1DAD23542}" dt="2026-04-12T16:06:16.560" v="260"/>
          <ac:spMkLst>
            <pc:docMk/>
            <pc:sldMk cId="0" sldId="265"/>
            <ac:spMk id="5" creationId="{C77DC552-C2DD-E650-967C-458FB2750D46}"/>
          </ac:spMkLst>
        </pc:spChg>
        <pc:spChg chg="add mod">
          <ac:chgData name="Sartaj Singh Khakh" userId="aa9e3a0897e88386" providerId="LiveId" clId="{29487A8A-8DD2-4BC8-8367-FFE1DAD23542}" dt="2026-04-12T16:07:33.497" v="281" actId="15"/>
          <ac:spMkLst>
            <pc:docMk/>
            <pc:sldMk cId="0" sldId="265"/>
            <ac:spMk id="6" creationId="{D16B274B-6FF3-E543-E0E1-43784638CC9E}"/>
          </ac:spMkLst>
        </pc:spChg>
        <pc:spChg chg="add">
          <ac:chgData name="Sartaj Singh Khakh" userId="aa9e3a0897e88386" providerId="LiveId" clId="{29487A8A-8DD2-4BC8-8367-FFE1DAD23542}" dt="2026-04-12T16:08:08.243" v="298"/>
          <ac:spMkLst>
            <pc:docMk/>
            <pc:sldMk cId="0" sldId="265"/>
            <ac:spMk id="7" creationId="{94115F7D-6F44-5B43-FCD5-F896E8B821C3}"/>
          </ac:spMkLst>
        </pc:spChg>
        <pc:spChg chg="mod">
          <ac:chgData name="Sartaj Singh Khakh" userId="aa9e3a0897e88386" providerId="LiveId" clId="{29487A8A-8DD2-4BC8-8367-FFE1DAD23542}" dt="2026-04-12T16:11:18.325" v="496" actId="255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Sartaj Singh Khakh" userId="aa9e3a0897e88386" providerId="LiveId" clId="{29487A8A-8DD2-4BC8-8367-FFE1DAD23542}" dt="2026-04-12T13:37:11.492" v="59" actId="20577"/>
        <pc:sldMkLst>
          <pc:docMk/>
          <pc:sldMk cId="121223606" sldId="268"/>
        </pc:sldMkLst>
        <pc:spChg chg="mod">
          <ac:chgData name="Sartaj Singh Khakh" userId="aa9e3a0897e88386" providerId="LiveId" clId="{29487A8A-8DD2-4BC8-8367-FFE1DAD23542}" dt="2026-04-12T13:36:32.498" v="24" actId="20577"/>
          <ac:spMkLst>
            <pc:docMk/>
            <pc:sldMk cId="121223606" sldId="268"/>
            <ac:spMk id="42" creationId="{2E9FAC26-1E84-D690-0FD4-B1A364AF40DE}"/>
          </ac:spMkLst>
        </pc:spChg>
        <pc:spChg chg="mod">
          <ac:chgData name="Sartaj Singh Khakh" userId="aa9e3a0897e88386" providerId="LiveId" clId="{29487A8A-8DD2-4BC8-8367-FFE1DAD23542}" dt="2026-04-12T13:36:51.037" v="46" actId="20577"/>
          <ac:spMkLst>
            <pc:docMk/>
            <pc:sldMk cId="121223606" sldId="268"/>
            <ac:spMk id="43" creationId="{B84F91E2-C42E-10B3-A03A-88AA58AF1258}"/>
          </ac:spMkLst>
        </pc:spChg>
        <pc:spChg chg="mod">
          <ac:chgData name="Sartaj Singh Khakh" userId="aa9e3a0897e88386" providerId="LiveId" clId="{29487A8A-8DD2-4BC8-8367-FFE1DAD23542}" dt="2026-04-12T13:37:11.492" v="59" actId="20577"/>
          <ac:spMkLst>
            <pc:docMk/>
            <pc:sldMk cId="121223606" sldId="268"/>
            <ac:spMk id="68" creationId="{A541DFB6-306C-CD3E-24BD-6D7131F87B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Purneet</a:t>
            </a: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Kaur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purneetkaur11@gmail.com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</a:t>
              </a: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</a:t>
              </a: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/>
              <a:t>This project focuses on generating high-quality marketing content using AI chatbots through effective prompt engineering techniques.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/>
              <a:t>The project demonstrates that well-designed prompts significantly improve content quality, relevance, and engagement.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/>
              <a:t>It also highlights how AI tools can save time and increase productivity in marketing tasks.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digital marketing, continuous content creation is essential. However, users often struggle to create effective prompts for AI tools like chatbots.</a:t>
            </a:r>
          </a:p>
          <a:p>
            <a:endParaRPr lang="en-US" dirty="0"/>
          </a:p>
          <a:p>
            <a:r>
              <a:rPr lang="en-US" b="1" dirty="0"/>
              <a:t>This leads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Low-quality or generic content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Irrelevant outputs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engagement</a:t>
            </a:r>
          </a:p>
          <a:p>
            <a:endParaRPr lang="en-US" dirty="0"/>
          </a:p>
          <a:p>
            <a:r>
              <a:rPr lang="en-US" b="1" dirty="0"/>
              <a:t>This problem affects: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Businesses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The proposed solution is to use </a:t>
            </a:r>
            <a:r>
              <a:rPr lang="en-US" b="1" dirty="0"/>
              <a:t>structured prompt engineering</a:t>
            </a:r>
            <a:r>
              <a:rPr lang="en-US" dirty="0"/>
              <a:t> along with a well-organized dataset.</a:t>
            </a:r>
          </a:p>
          <a:p>
            <a:r>
              <a:rPr lang="en-US" b="1" dirty="0"/>
              <a:t>Steps followed: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 dataset with marketing inputs (500+ rows)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optimized prompts for different platforms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AI chatbot to generate content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and improved outputs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Dataset created in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Fields: product, audience, tone, platform, keywords</a:t>
            </a: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cleaned and structured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Different prompt styles tested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used : ChatGPT (AI Chatbot)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Prompts used to generate marketing content 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Instagram posts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Email campaigns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Website ads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Marketing copy 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This project successfully demonstrates how effective prompt engineering improves AI-generated marketing content.</a:t>
            </a:r>
          </a:p>
          <a:p>
            <a:r>
              <a:rPr lang="en-US" b="1" dirty="0"/>
              <a:t>Key achievements: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structured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optimized prompts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high-quality outputs </a:t>
            </a:r>
          </a:p>
          <a:p>
            <a:r>
              <a:rPr lang="en-US" dirty="0"/>
              <a:t>All objectives were achieved successfully.</a:t>
            </a:r>
            <a:br>
              <a:rPr lang="en-US" dirty="0"/>
            </a:br>
            <a:r>
              <a:rPr lang="en-US" dirty="0"/>
              <a:t>The project highlights the importance of structured inputs in AI systems and their impact on output quality.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Expand dataset to more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Develop a prompt library for 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Integrate with real marketing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Use AI for automated campaign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Apply machine learning for personalization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349</Words>
  <Application>Microsoft Office PowerPoint</Application>
  <PresentationFormat>On-screen Show (16:9)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Sartaj Singh Khakh</cp:lastModifiedBy>
  <cp:revision>24</cp:revision>
  <dcterms:created xsi:type="dcterms:W3CDTF">2026-02-18T09:17:23Z</dcterms:created>
  <dcterms:modified xsi:type="dcterms:W3CDTF">2026-04-12T16:14:49Z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